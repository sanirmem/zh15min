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7803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Memis Sanir · Andrea Callegari · Ioannis Organtzidis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in der Stadtplanung etabliert und gewinnt zunehmend </a:t>
            </a: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Relevanz als Wertfaktor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59105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↔ Mietpreis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höherem 15-Min-Score haben höhere Median-Mietpreise — Erreichbarkeit übersetzt sich in Standortwert.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463040" y="221284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Median-Mietpreis (Stadt Zürich Open Data, n = 34)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6883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Zentralitäts-Robustness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96265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HB-Distanz haben einen niedrigeren Score — methodisch sauberer Proxy ohne Marktdaten-Confounder.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Distanz HB (LV95-Centroide, n = 34)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0080" y="3822192"/>
            <a:ext cx="685800" cy="68580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7856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05993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63040" y="440740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2023)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3456432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Overpass-API-Zugriff + Walking-Graph-Aufbau in einer Zeile.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single_source_dijkstra für topografischen Score — 33 s für 8092 POIs.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GIST-Indizes.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6 min naiv → &lt; 1 s, Faktor ~400.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statsmodels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OLS-Regression im Robustness Check (R² = 0.91).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Langstrasse, City — Kern-Innenstadt mit maximaler Funktionsmischung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(40 – 70)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Hard, Oerlikon, Enge — Wohnviertel mit guter ÖV-Anbindung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Affoltern, Friesenberg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erscheinen erhöht (Score 90+)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PostGIS-Anbindung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3.40 LTR mit Layer-Zugriff auf zh15min.score — bei Änderungen der Datenbasis aktualisiert sich die Darstellung.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Gewerbeschule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−10.1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Sihlfeld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+2.7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 — H1, H1a, H2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7432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Mietpreis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+0.56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H1: höherer Score ↔ höherer Median-Mietpreis (Pearson r = +0.56, p ≈ 5·10⁻⁴). Lindenhof, Rathaus mit hohen Score- UND hohen Miet-Werten; Leimbach, Witikon mit beiden tief.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4173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3756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 — Score ↔ HB-Distanz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0040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H1a hochsignifikant: je weiter vom HB, desto niedriger der Score. Pearson r = −0.84, p &lt; 10⁻⁹. Konvergenz beider H1-Tests bestätigt das Zentralitäts-Muster ohne Markt-Confounder.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7432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7220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03504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Dichte &gt; P75 ∧ Score-P25 ≤ P25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Quartier erfüllt beide Schwellen. Zürichs Stadtstruktur ist konsistent — keine US-typischen 'food deserts'. Periphere Quartiere haben tiefen Score (&lt; 20), dort wohnen aber auch wenige Menschen.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vollständig reproduzierbar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34 Quartiere auf den </a:t>
            </a: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2428" y="2176272"/>
            <a:ext cx="912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36619" y="2176272"/>
            <a:ext cx="9044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Grünraum-dominiert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522428" y="3502152"/>
            <a:ext cx="912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 hoch (⌀ 0.63) · alle anderen Funktionen tief — Wald-/Parknähe statt zentraler Versorgung.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680960" y="35021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91 %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Modell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robust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 hochsignifikant nach Kontrolle (β = −9.52).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0.991.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via QGIS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für eure Aufmerksamkeit!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github.com/sanirmem/zh15min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1980</Words>
  <Application>Microsoft Macintosh PowerPoint</Application>
  <PresentationFormat>On-screen Show (16:9)</PresentationFormat>
  <Paragraphs>378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</vt:lpstr>
      <vt:lpstr>Consolas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Sanir Memis (sanirmem)</cp:lastModifiedBy>
  <cp:revision>2</cp:revision>
  <dcterms:created xsi:type="dcterms:W3CDTF">2026-05-23T09:46:03Z</dcterms:created>
  <dcterms:modified xsi:type="dcterms:W3CDTF">2026-05-23T12:34:23Z</dcterms:modified>
</cp:coreProperties>
</file>