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 1 · Mitglied 2 · Mitglied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Zwei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10512"/>
            <a:ext cx="777240" cy="77724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105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37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korreliert mit Zentralität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03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Distanz zum Hauptbahnhof haben einen niedrigeren 15-Min-Score — zentrale Lage bedeutet bessere Erreichbarkeit.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514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Pearson- &amp; Spearman-Korrelation Score × Distanz HB (n = 34 Quartiere)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718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27832"/>
            <a:ext cx="777240" cy="77724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154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3520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39319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2024)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sieben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OSM admin_level=10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Quartier-Polygone (44 mit Score)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Open-Elevation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 für Robustness Check (Confounder)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/ GeoAdmin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sieben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92024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9202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30428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04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304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Quartier-Polygone (OSM admin_level=10)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68833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68833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307238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4564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8404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8404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(Score × Distanz HB) + Versorgungslücken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2245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42245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City — Kern-Innenstadt mit maximaler Funktionsmischung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(30 – 60)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Wipkingen, Enge — Wohnviertel mit guter ÖV-Anbindung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3.44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Zentralität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 = 34, p &lt; 10⁻⁸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 hochsignifikant: je weiter vom HB, desto niedriger der Score. Pearson r = −0.84 mit p &lt; 10⁻⁹. Zusatz-Test mit Stadt-Zürich-Mietpreisen 2024 ist jetzt ebenfalls signifikant (ρ = +0.56, p &lt; 0.001) — Konvergenz beider Validierungen.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22402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1772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Dichte &gt; P75 UND Score-P25 ≤ P25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3291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Quantitativer Test mit STATPOP-Bevölkerungsdichte: kein Quartier erfüllt beide Schwellen. Zürichs Stadtstruktur ist konsistent — keine US-typischen 'food deserts'. Periphere Quartiere haben tiefen Score (5 mit &lt; 20), aber dort wohnen auch wenige Menschen.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28 Quartiere auf den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70332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09560" y="217627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Stadtnord-Rand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70332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Erholung-positiv, alle anderen Funktionen tief.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09560" y="35021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86 %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H1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0.86)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916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−9.28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4048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&lt;10⁻⁵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09160" y="24231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(approx)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0312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180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0.640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160" y="28072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n.s.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0312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7180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&lt;10⁻⁵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09160" y="31912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hochsignifikant nach Kontrolle.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Höher = niedrigerer Score (β = −0.10).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0.988.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Topografie-Approximation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Open-Elevation-API zum Auswertungszeitpunkt down — Höhen via N-Koordinaten approximiert. Mit DEM-Daten von swisstopo wäre der Höhen-Confounder belastbarer testbar.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4A3B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 Dank — Fragen &amp; Diskussion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github.com/&lt;gruppe&gt;/zh15min   ·   Live-Demo: docker compose up -d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Gruppe 15-Min City Intelligence — ZHAW FS2026</cp:lastModifiedBy>
  <cp:revision>1</cp:revision>
  <dcterms:created xsi:type="dcterms:W3CDTF">2026-05-07T17:38:34Z</dcterms:created>
  <dcterms:modified xsi:type="dcterms:W3CDTF">2026-05-07T17:38:34Z</dcterms:modified>
</cp:coreProperties>
</file>