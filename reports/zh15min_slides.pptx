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Wipkingen,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3.44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(5 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28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Stadtnord-Rand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Erholung-positiv, alle anderen Funktionen tief.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86 %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H1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2026-05-07T23:10:39Z</dcterms:created>
  <dcterms:modified xsi:type="dcterms:W3CDTF">2026-05-07T23:10:39Z</dcterms:modified>
</cp:coreProperties>
</file>